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87AEDD9-3598-46D0-B3E9-7E928BA7DDBA}">
          <p14:sldIdLst>
            <p14:sldId id="256"/>
            <p14:sldId id="257"/>
            <p14:sldId id="258"/>
            <p14:sldId id="259"/>
            <p14:sldId id="260"/>
          </p14:sldIdLst>
        </p14:section>
        <p14:section name="Untitled Section" id="{EF87E98F-FA03-4387-A341-5CE4A765DFDB}">
          <p14:sldIdLst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4B9A-7EB9-7D4F-E74A-C019AFF26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4656" y="669302"/>
            <a:ext cx="10434261" cy="2302407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IMDb Movie Review Sentiment Analysis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2033AF-5ABD-6428-1EA0-E916A29EB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191" y="3183558"/>
            <a:ext cx="7197726" cy="1405467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final report that documents the entire process, from data exploration and preprocessing to model evaluation</a:t>
            </a:r>
            <a:r>
              <a:rPr lang="en-US" dirty="0"/>
              <a:t>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69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83DDA35-75D6-4B5F-CD14-16268FEA2CD9}"/>
              </a:ext>
            </a:extLst>
          </p:cNvPr>
          <p:cNvSpPr txBox="1"/>
          <p:nvPr/>
        </p:nvSpPr>
        <p:spPr>
          <a:xfrm>
            <a:off x="831916" y="659876"/>
            <a:ext cx="105650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Project Overview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This project aims to build a Sentiment Analysis model using the IMDb Movie Reviews dataset.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The goal is to classify each movie review as Positive or Negative by applying text preprocessing, feature engineering, machine learning, and deep learning techniques.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C8EB2D-0C0A-13D4-FAE6-B5F0E87327A6}"/>
              </a:ext>
            </a:extLst>
          </p:cNvPr>
          <p:cNvSpPr txBox="1"/>
          <p:nvPr/>
        </p:nvSpPr>
        <p:spPr>
          <a:xfrm>
            <a:off x="831916" y="2414202"/>
            <a:ext cx="1107374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Workflow Summary:-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Step	Description Key Outcome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Data Exploration Loaded IMDb dataset and examined structure, missing values, and sentiment balance.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Dataset contained 50,000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labeled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reviews (25k positive, 25k negative).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Text Preprocessing Tokenization, lowercasing,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stopword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removal, punctuation cleaning, and lemmatization. Cleaned corpus ready for feature extraction.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Feature Engineering	Extracted TF-IDF features and textual stats (word count, char count,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avg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word length).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Created numerical feature matrix for models.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Model Development Trained multiple models – Logistic Regression, Naive Bayes, SVM, Random Forest, and LSTM (Deep Learning).	SVM and LSTM performed best with &gt;90% accuracy.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Model Evaluation	Evaluated using Accuracy, Precision, Recall, F1-score, Confusion Matrix, and ROC-AUC. High precision and recall indicated strong performance.</a:t>
            </a:r>
          </a:p>
        </p:txBody>
      </p:sp>
    </p:spTree>
    <p:extLst>
      <p:ext uri="{BB962C8B-B14F-4D97-AF65-F5344CB8AC3E}">
        <p14:creationId xmlns:p14="http://schemas.microsoft.com/office/powerpoint/2010/main" val="620715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EB98DD-892C-5919-FE88-9430E698DD95}"/>
              </a:ext>
            </a:extLst>
          </p:cNvPr>
          <p:cNvSpPr txBox="1"/>
          <p:nvPr/>
        </p:nvSpPr>
        <p:spPr>
          <a:xfrm>
            <a:off x="329939" y="1201819"/>
            <a:ext cx="1104821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Key Results:-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Model	Accuracy	Precision	Recall	F1-Score	AUC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Logistic Regression	0.89	0.90	0.88	0.89	0.93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Naive Bayes	0.86	0.87	0.85	0.86	0.91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SVM	0.90	0.91	0.89	0.90	0.95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Random Forest	0.84	0.85	0.82	0.83	0.88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LSTM (Deep Learning)	0.91	0.92	0.90	0.91	0.96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Best Model: LSTM achieved the highest accuracy and generalization power, closely followed by SVM.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590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4DFD81-619C-F804-F7EA-D4FC435BFE72}"/>
              </a:ext>
            </a:extLst>
          </p:cNvPr>
          <p:cNvSpPr txBox="1"/>
          <p:nvPr/>
        </p:nvSpPr>
        <p:spPr>
          <a:xfrm>
            <a:off x="461912" y="1584697"/>
            <a:ext cx="1153840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u="sng" dirty="0">
                <a:latin typeface="Cambria" panose="02040503050406030204" pitchFamily="18" charset="0"/>
                <a:ea typeface="Cambria" panose="02040503050406030204" pitchFamily="18" charset="0"/>
              </a:rPr>
              <a:t>Insights &amp; Observations:-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Positive reviews frequently used words like “amazing”, “wonderful”, “excellent”, and “performance”.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Negative reviews contained terms like “boring”, “waste”, “poor”, and “disappointing”.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Deep learning (LSTM) captured word order and context better than traditional ML models.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TF-IDF + SVM was the best among non-neural methods for text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620967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6110A6-7BFF-6558-74FB-3F4294DE70B1}"/>
              </a:ext>
            </a:extLst>
          </p:cNvPr>
          <p:cNvSpPr txBox="1"/>
          <p:nvPr/>
        </p:nvSpPr>
        <p:spPr>
          <a:xfrm>
            <a:off x="339364" y="1861696"/>
            <a:ext cx="11660957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Challenges Faced</a:t>
            </a:r>
          </a:p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Handling large text data required efficient preprocessing and vectorization.</a:t>
            </a:r>
          </a:p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Tuning hyperparameters for SVM and LSTM models was time-consuming.</a:t>
            </a:r>
          </a:p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Balancing model complexity vs interpretability (LSTM is accurate but less explainable).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0456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75768E-363C-101B-2ABA-9B2C1B608EC9}"/>
              </a:ext>
            </a:extLst>
          </p:cNvPr>
          <p:cNvSpPr txBox="1"/>
          <p:nvPr/>
        </p:nvSpPr>
        <p:spPr>
          <a:xfrm>
            <a:off x="94268" y="243907"/>
            <a:ext cx="12097732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Conclusion:-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The IMDb Sentiment Analysis project successfully demonstrated the application of Natural Language Processing (NLP) and Machine Learning to classify movie reviews.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Both SVM and LSTM models achieved over 90% accuracy, proving that combining textual preprocessing with advanced algorithms yields robust sentiment prediction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83B8D1-CDAA-EF52-CD87-FDBDBF0A7082}"/>
              </a:ext>
            </a:extLst>
          </p:cNvPr>
          <p:cNvSpPr txBox="1"/>
          <p:nvPr/>
        </p:nvSpPr>
        <p:spPr>
          <a:xfrm>
            <a:off x="188536" y="2726059"/>
            <a:ext cx="1200346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Future Work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Use BERT embeddings or transformers for better contextual understanding.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Extend the dataset to multi-class sentiment (e.g., very positive, neutral, very negative).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Deploy the trained model as a web app for real-time sentiment prediction.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8A5A55-B549-8656-716D-30D00473F96E}"/>
              </a:ext>
            </a:extLst>
          </p:cNvPr>
          <p:cNvSpPr txBox="1"/>
          <p:nvPr/>
        </p:nvSpPr>
        <p:spPr>
          <a:xfrm>
            <a:off x="4282126" y="5546765"/>
            <a:ext cx="26277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530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5C01F-FD12-9145-F068-3B6B5C677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Video Presentation links:-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FCFFEB-2824-3392-38EB-6B06FA3B1E17}"/>
              </a:ext>
            </a:extLst>
          </p:cNvPr>
          <p:cNvSpPr txBox="1"/>
          <p:nvPr/>
        </p:nvSpPr>
        <p:spPr>
          <a:xfrm>
            <a:off x="769447" y="2065867"/>
            <a:ext cx="9964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https://drive.google.com/file/d/1Kvx4Itewe-TtuiPTiFZStC0sO4lK0hic/view?usp=drive_link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84C135-EE52-68D6-45F3-0C141CA45507}"/>
              </a:ext>
            </a:extLst>
          </p:cNvPr>
          <p:cNvSpPr txBox="1"/>
          <p:nvPr/>
        </p:nvSpPr>
        <p:spPr>
          <a:xfrm>
            <a:off x="685801" y="2533156"/>
            <a:ext cx="10586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https://drive.google.com/file/d/1NL-ULkBOvn8T2eaOT0bDO3qWu145vRrC/view?usp=drive_link</a:t>
            </a:r>
          </a:p>
        </p:txBody>
      </p:sp>
    </p:spTree>
    <p:extLst>
      <p:ext uri="{BB962C8B-B14F-4D97-AF65-F5344CB8AC3E}">
        <p14:creationId xmlns:p14="http://schemas.microsoft.com/office/powerpoint/2010/main" val="567503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59</TotalTime>
  <Words>556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Celestial</vt:lpstr>
      <vt:lpstr>IMDb Movie Review Sentiment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Video Presentation links:-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Pravallika</dc:creator>
  <cp:lastModifiedBy>K Pravallika</cp:lastModifiedBy>
  <cp:revision>2</cp:revision>
  <dcterms:created xsi:type="dcterms:W3CDTF">2025-10-12T10:54:59Z</dcterms:created>
  <dcterms:modified xsi:type="dcterms:W3CDTF">2025-10-12T11:54:13Z</dcterms:modified>
</cp:coreProperties>
</file>